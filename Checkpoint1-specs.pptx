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Bebas Neue"/>
      <p:regular r:id="rId12"/>
    </p:embeddedFont>
    <p:embeddedFont>
      <p:font typeface="Rubik Black"/>
      <p:bold r:id="rId13"/>
      <p:boldItalic r:id="rId14"/>
    </p:embeddedFont>
    <p:embeddedFont>
      <p:font typeface="Karl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ubikBlack-bold.fntdata"/><Relationship Id="rId12" Type="http://schemas.openxmlformats.org/officeDocument/2006/relationships/font" Target="fonts/BebasNeue-regular.fntdata"/><Relationship Id="rId15" Type="http://schemas.openxmlformats.org/officeDocument/2006/relationships/font" Target="fonts/Karla-regular.fntdata"/><Relationship Id="rId14" Type="http://schemas.openxmlformats.org/officeDocument/2006/relationships/font" Target="fonts/RubikBlack-boldItalic.fntdata"/><Relationship Id="rId17" Type="http://schemas.openxmlformats.org/officeDocument/2006/relationships/font" Target="fonts/Karla-italic.fntdata"/><Relationship Id="rId16" Type="http://schemas.openxmlformats.org/officeDocument/2006/relationships/font" Target="fonts/Karla-bold.fntdata"/><Relationship Id="rId18" Type="http://schemas.openxmlformats.org/officeDocument/2006/relationships/font" Target="fonts/Karl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0d1db0624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0d1db0624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0d1db0624c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0d1db0624c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d1db0624c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d1db0624c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0d54d73a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0d54d73a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0d54d73af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0d54d73af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" name="Google Shape;61;p4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66" name="Google Shape;6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68" name="Google Shape;6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69" name="Google Shape;6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0" name="Google Shape;7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" name="Google Shape;7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2" name="Google Shape;7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4" name="Google Shape;7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" name="Google Shape;94;p6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7" name="Google Shape;117;p7"/>
          <p:cNvSpPr txBox="1"/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4" name="Google Shape;164;p9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9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0" name="Google Shape;180;p11"/>
          <p:cNvSpPr txBox="1"/>
          <p:nvPr>
            <p:ph hasCustomPrompt="1" type="title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/>
          <p:nvPr>
            <p:ph idx="1" type="subTitle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" name="Google Shape;196;p13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3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hasCustomPrompt="1" idx="8" type="title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hasCustomPrompt="1" idx="13" type="title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31" name="Google Shape;231;p14"/>
          <p:cNvSpPr txBox="1"/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14"/>
          <p:cNvSpPr txBox="1"/>
          <p:nvPr>
            <p:ph idx="1" type="subTitle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46" name="Google Shape;246;p15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50" name="Google Shape;250;p16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16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3" name="Google Shape;253;p16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56" name="Google Shape;256;p16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7" name="Google Shape;257;p16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6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59" name="Google Shape;259;p16"/>
          <p:cNvSpPr txBox="1"/>
          <p:nvPr>
            <p:ph idx="1" type="subTitle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0" name="Google Shape;260;p16"/>
          <p:cNvSpPr txBox="1"/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AND_TWO_COLUMNS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74" name="Google Shape;274;p17"/>
          <p:cNvSpPr txBox="1"/>
          <p:nvPr>
            <p:ph idx="1" type="subTitle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7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9144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17"/>
          <p:cNvSpPr/>
          <p:nvPr>
            <p:ph idx="2" type="pic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0" name="Google Shape;290;p18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18"/>
          <p:cNvSpPr txBox="1"/>
          <p:nvPr>
            <p:ph idx="1" type="subTitle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2" type="subTitle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8"/>
          <p:cNvSpPr txBox="1"/>
          <p:nvPr>
            <p:ph idx="3" type="subTitle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8"/>
          <p:cNvSpPr txBox="1"/>
          <p:nvPr>
            <p:ph idx="4" type="subTitle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5" type="subTitle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6" type="subTitle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0" name="Google Shape;310;p19"/>
          <p:cNvSpPr txBox="1"/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idx="1" type="subTitle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19"/>
          <p:cNvSpPr txBox="1"/>
          <p:nvPr>
            <p:ph idx="2" type="subTitle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19"/>
          <p:cNvSpPr txBox="1"/>
          <p:nvPr>
            <p:ph idx="3" type="subTitle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19"/>
          <p:cNvSpPr txBox="1"/>
          <p:nvPr>
            <p:ph idx="4" type="subTitle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5" type="subTitle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idx="6" type="subTitle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30" name="Google Shape;330;p20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1" name="Google Shape;331;p20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2" type="subTitle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0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0"/>
          <p:cNvSpPr txBox="1"/>
          <p:nvPr>
            <p:ph idx="5" type="subTitle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0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7" name="Google Shape;337;p20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20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2" name="Google Shape;352;p21"/>
          <p:cNvSpPr txBox="1"/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21"/>
          <p:cNvSpPr txBox="1"/>
          <p:nvPr>
            <p:ph idx="1" type="subTitle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2" type="subTitle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1"/>
          <p:cNvSpPr txBox="1"/>
          <p:nvPr>
            <p:ph idx="3" type="subTitle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4" type="subTitle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1"/>
          <p:cNvSpPr txBox="1"/>
          <p:nvPr>
            <p:ph idx="5" type="subTitle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6" type="subTitle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7" type="subTitle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21"/>
          <p:cNvSpPr txBox="1"/>
          <p:nvPr>
            <p:ph idx="8" type="subTitle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21"/>
          <p:cNvSpPr txBox="1"/>
          <p:nvPr>
            <p:ph idx="9" type="subTitle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2" name="Google Shape;362;p21"/>
          <p:cNvSpPr txBox="1"/>
          <p:nvPr>
            <p:ph idx="13" type="subTitle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3" name="Google Shape;363;p21"/>
          <p:cNvSpPr txBox="1"/>
          <p:nvPr>
            <p:ph idx="14" type="subTitle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4" name="Google Shape;364;p21"/>
          <p:cNvSpPr txBox="1"/>
          <p:nvPr>
            <p:ph idx="15" type="subTitle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78" name="Google Shape;378;p22"/>
          <p:cNvSpPr txBox="1"/>
          <p:nvPr>
            <p:ph hasCustomPrompt="1" type="title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/>
          <p:nvPr>
            <p:ph idx="1" type="subTitle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2"/>
          <p:cNvSpPr txBox="1"/>
          <p:nvPr>
            <p:ph hasCustomPrompt="1" idx="2" type="title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/>
          <p:nvPr>
            <p:ph idx="3" type="subTitle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2"/>
          <p:cNvSpPr txBox="1"/>
          <p:nvPr>
            <p:ph hasCustomPrompt="1" idx="4" type="title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/>
          <p:nvPr>
            <p:ph idx="5" type="subTitle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23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</a:t>
            </a:r>
            <a:r>
              <a:rPr lang="en"/>
              <a:t> 1 </a:t>
            </a:r>
            <a:endParaRPr/>
          </a:p>
        </p:txBody>
      </p:sp>
      <p:sp>
        <p:nvSpPr>
          <p:cNvPr id="407" name="Google Shape;407;p26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By: Neil Khapre and Ian Pagador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Synopsis</a:t>
            </a:r>
            <a:endParaRPr/>
          </a:p>
        </p:txBody>
      </p:sp>
      <p:sp>
        <p:nvSpPr>
          <p:cNvPr id="413" name="Google Shape;413;p27"/>
          <p:cNvSpPr txBox="1"/>
          <p:nvPr>
            <p:ph idx="1" type="body"/>
          </p:nvPr>
        </p:nvSpPr>
        <p:spPr>
          <a:xfrm>
            <a:off x="715100" y="1417200"/>
            <a:ext cx="7713900" cy="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1900"/>
              <a:t>Our project is to make looking up Playoff stats in the NBA easier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Our database will store NBA playoffs data which can be displayed for customers to navigate.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8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UML Use Case Diagram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8"/>
          <p:cNvSpPr txBox="1"/>
          <p:nvPr>
            <p:ph idx="1" type="body"/>
          </p:nvPr>
        </p:nvSpPr>
        <p:spPr>
          <a:xfrm>
            <a:off x="715100" y="1916275"/>
            <a:ext cx="4169700" cy="24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Customers can navigate through playoff rounds, their series, and their results.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series consists of teams which are composed of players and coaches.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Customers can also find individual player statistics such as points per game, assists per game, and rebounds per game</a:t>
            </a:r>
            <a:endParaRPr/>
          </a:p>
        </p:txBody>
      </p:sp>
      <p:pic>
        <p:nvPicPr>
          <p:cNvPr id="420" name="Google Shape;4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700" y="1839150"/>
            <a:ext cx="38481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 </a:t>
            </a:r>
            <a:endParaRPr/>
          </a:p>
        </p:txBody>
      </p:sp>
      <p:sp>
        <p:nvSpPr>
          <p:cNvPr id="426" name="Google Shape;426;p29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021" y="360688"/>
            <a:ext cx="6770175" cy="442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>
            <p:ph idx="1" type="body"/>
          </p:nvPr>
        </p:nvSpPr>
        <p:spPr>
          <a:xfrm>
            <a:off x="4915700" y="1417200"/>
            <a:ext cx="4200600" cy="32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Relations</a:t>
            </a:r>
            <a:endParaRPr b="1" sz="2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Records(Player, Statistics)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IsOn(Round,PlayoffSeries)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PlaysIn(Team, PlayoffSeries)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PlaysFor(Player, Team)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CoachedBy(Coach,Player,Team)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Wins(Player, Coach, Team, PlayoffSeries)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Schema</a:t>
            </a:r>
            <a:endParaRPr/>
          </a:p>
        </p:txBody>
      </p:sp>
      <p:sp>
        <p:nvSpPr>
          <p:cNvPr id="434" name="Google Shape;434;p30"/>
          <p:cNvSpPr txBox="1"/>
          <p:nvPr>
            <p:ph idx="1" type="body"/>
          </p:nvPr>
        </p:nvSpPr>
        <p:spPr>
          <a:xfrm>
            <a:off x="715100" y="1417200"/>
            <a:ext cx="4200600" cy="32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Entities</a:t>
            </a:r>
            <a:endParaRPr b="1" sz="20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Player(</a:t>
            </a:r>
            <a:r>
              <a:rPr lang="en" sz="1300" u="sng"/>
              <a:t>Name</a:t>
            </a:r>
            <a:r>
              <a:rPr lang="en" sz="1300"/>
              <a:t>, </a:t>
            </a:r>
            <a:r>
              <a:rPr lang="en" sz="1300" u="sng"/>
              <a:t>Number</a:t>
            </a:r>
            <a:r>
              <a:rPr lang="en" sz="1300"/>
              <a:t>, Team, Position, Statistics, Coach)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Coach(</a:t>
            </a:r>
            <a:r>
              <a:rPr lang="en" sz="1300" u="sng"/>
              <a:t>Name</a:t>
            </a:r>
            <a:r>
              <a:rPr lang="en" sz="1300"/>
              <a:t>, </a:t>
            </a:r>
            <a:r>
              <a:rPr lang="en" sz="1300" u="sng"/>
              <a:t>Team</a:t>
            </a:r>
            <a:r>
              <a:rPr lang="en" sz="1300"/>
              <a:t>, Players)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Team(Name, City, Conference)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Round(Semi,Quarter,Conference,Finals)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Statistics(PointsPerGame, ReboundsPerGame, AssistsPerGame)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/>
              <a:t>PlayoffSeries(WinningTeam,LosingTeam, Round)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 txBox="1"/>
          <p:nvPr>
            <p:ph type="title"/>
          </p:nvPr>
        </p:nvSpPr>
        <p:spPr>
          <a:xfrm>
            <a:off x="715050" y="222885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QnA?</a:t>
            </a:r>
            <a:endParaRPr/>
          </a:p>
        </p:txBody>
      </p:sp>
      <p:sp>
        <p:nvSpPr>
          <p:cNvPr id="440" name="Google Shape;440;p31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 Colors UI Design for Agencies Blue Variant by Slidesgo">
  <a:themeElements>
    <a:clrScheme name="Simple Light">
      <a:dk1>
        <a:srgbClr val="000000"/>
      </a:dk1>
      <a:lt1>
        <a:srgbClr val="E1EFF3"/>
      </a:lt1>
      <a:dk2>
        <a:srgbClr val="B9CAD1"/>
      </a:dk2>
      <a:lt2>
        <a:srgbClr val="CDE9BE"/>
      </a:lt2>
      <a:accent1>
        <a:srgbClr val="DF855F"/>
      </a:accent1>
      <a:accent2>
        <a:srgbClr val="FAB8E0"/>
      </a:accent2>
      <a:accent3>
        <a:srgbClr val="AFA0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